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840480" cy="3840480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5" name="Image 0" descr="/home/claude/pi_va_docs/icon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Goiás · Big Data e Inteligência Artificial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Retenção 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 com Clientes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parceria extensionista com a Databurgo Brasil Tecnologia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2960" y="5120640"/>
            <a:ext cx="457200" cy="36576"/>
          </a:xfrm>
          <a:prstGeom prst="rect">
            <a:avLst/>
          </a:prstGeom>
          <a:solidFill>
            <a:srgbClr val="F2641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Giancarlo Neves da Cruz  ·  Matrícula 2025 2.0792.0007-3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Thalles Bruno Gonçalves Nery dos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5" name="Image 0" descr="/home/claude/pi_va_docs/icon_brief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organização parceira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Databurgo Brasil Tecnologia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2880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 empresa goiana de desenvolvimento de sites e soluções digitais, fundada em 2019 por Brendo Oliveira Marinho.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 com dois modelos: entregas pontuais (sites, landing pages) e contratos recorrentes de manutenção, cobrados por receita recorrente mensal (MRR).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CRM, sem planilhas de acompanhamento, sem qualquer ferramenta de BI — o relacionamento com clientes é conduzido quase todo por WhatsApp.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06640" y="18288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35240" y="19385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24871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fundação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6640" y="32004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35240" y="3310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3858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 (ago/2026)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06640" y="457200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35240" y="4681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5230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canal de atendimento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resposta, a pergunta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0515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Comparada a outras pequenas empresas de tecnologia, a Databurgo está perdendo clientes rápido demais — ou está indo bem, só que sem saber disso?”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fundador tinha uma percepção (“no feeling”) de boa retenção — mas nenhum número que a sustentasse, nem parâmetro de mercado para comparar.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5" name="Image 0" descr="/home/claude/pi_va_docs/icon_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Interação com a organização parceira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0574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Formalização assinado via gov.br por estudante e concedente; Carta de Início assinada pelo professor Thalles.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1188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94760" y="20574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94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7947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do escopo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direta com o Brendo definiu o foco em retenção e relacionamento com clientes.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compartilhados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agregados de mar–ago/2026: clientes, cancelamentos, MRR, cross-sell.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189720" y="182880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72600" y="205740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3726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7260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reconhecido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372600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de voz do Brendo: tempo de resposta não é cronometrado, só percepção.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5" name="Image 0" descr="/home/claude/pi_va_docs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KPIs, bem escolhidos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868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indicadores, três perspectivas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Definidos antes de qualquer gráfico — primeiro o indicador, depois a visualização.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1965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21488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353312" y="2075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FINANCEIRA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 e Ticket Médio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e distribuição da receita recorrente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09360" y="196596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21488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39712" y="207568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/ RETENÇÃO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Mensal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29260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central — está a base saindo rápido demais?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9728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2641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353312" y="4270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Cross-sell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5120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clientes usam mais de um serviço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30936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4343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6B7A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39712" y="42702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(QUALITATIVO)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Satisfação Percebida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6583680" y="5120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do fundador — tratada com ressalva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5" name="Image 0" descr="/home/claude/pi_va_docs/icon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ferramentas, um raciocínio só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822960" y="187452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14884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1" descr="/home/claude/pi_va_docs/icon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926" y="229148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Streamlit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app_diagnostico.py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097280" y="30175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geral da carteira em big numbers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vs. benchmark, com semáforo de cor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editáveis — reutilizável a cada período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Publicado: databurgo-diagnostico.streamlit.app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87452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2148840"/>
            <a:ext cx="548640" cy="548640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16" name="Image 2" descr="/home/claude/pi_va_docs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22914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2376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Jupyter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223760" y="2542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analise_indicadores_databurgo.ipynb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30175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o raciocínio de cálculo, célula a célula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para os benchmarks, Matplotlib para o gráfico comparativo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números do dashboard — prova de consistência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complementar ao código-fonte (item 3.3)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/home/claude/pi_va_docs/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números mostram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principais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822960" y="18288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60120" y="19659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2,32%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8712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mensal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1638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3% a 5% — melhor que o saudável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93008" y="18288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630168" y="19659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R$ 429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3630168" y="28712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médio/cliente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630168" y="31638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÷ 46 clientes ativos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63056" y="18288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00216" y="19659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6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30,4%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300216" y="28712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cross-sell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00216" y="31638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linha de base (20–40%)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833104" y="18288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970264" y="19659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8,7 / 10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970264" y="2871216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percebida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970264" y="31638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— indicador qualitativo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22960" y="388620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E9F5EA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88720" y="411480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mais relevante: o churn real (2,32%) confirma, com evidência, a percepção que o Brendo já tinha — mas não conseguia sustentar com números. O crescimento de 38 para 46 clientes só é boa notícia porque veio acompanhado de um churn controlado.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5" name="Image 0" descr="/home/claude/pi_va_docs/icon_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640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insights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3410712" cy="393192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210312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88036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Retenção confirmada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56616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churn real substitui a intuição por evidência: a Databurgo está, de fato, dentro do que o mercado considera saudável.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70832" y="1828800"/>
            <a:ext cx="3410712" cy="393192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9432" y="2103120"/>
            <a:ext cx="594360" cy="594360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99432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599432" y="288036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 de receita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99432" y="356616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da base usa apenas um serviço — cross-sell é uma alavanca de receita que não exige captar clientes novos.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18704" y="1828800"/>
            <a:ext cx="3410712" cy="3931920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47304" y="2103120"/>
            <a:ext cx="594360" cy="59436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147304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147304" y="288036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Lição metodológica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147304" y="3566160"/>
            <a:ext cx="2953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 em número de clientes só é boa notícia quando lido junto com o churn — os dois indicadores juntos contam a história completa.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5" name="Image 0" descr="/home/claude/pi_va_docs/icon_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669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à ação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Contribuições e recomendações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DATABURGO, HOJE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031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objetiva da retenção — não apenas percepção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cross-sell identificada e quantificada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reutilizável a cada novo período, sem depender de análise externa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6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FUTURO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10312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motivo de cada cancelamento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a autoavaliação por pesquisa formal de CSAT/NPS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objetivamente o tempo de resposta antes de tratá-lo como KPI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A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o diagnóstico a cada trimestre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" name="Shape 1"/>
          <p:cNvSpPr/>
          <p:nvPr/>
        </p:nvSpPr>
        <p:spPr>
          <a:xfrm>
            <a:off x="5175504" y="822960"/>
            <a:ext cx="822960" cy="822960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4" name="Image 0" descr="/home/claude/pi_va_docs/icon_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9474" y="103693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Databurgo Brasil Tecnologia  ·  Giancarlo Neves da Cruz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889504" y="3566160"/>
            <a:ext cx="6400800" cy="1737360"/>
          </a:xfrm>
          <a:prstGeom prst="roundRect">
            <a:avLst>
              <a:gd name="adj" fmla="val 5263"/>
            </a:avLst>
          </a:prstGeom>
          <a:solidFill>
            <a:srgbClr val="234A5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0" y="3749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ao vivo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4069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databurgo-diagnostico.streamlit.app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4572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4892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github.com/Netigyn/pi-va-databurgo-diagnostico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V-A  ·  Databurgo Brasil Tecnologia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2026-09-22T19:38:53Z</dcterms:created>
  <dcterms:modified xsi:type="dcterms:W3CDTF">2026-09-22T19:38:53Z</dcterms:modified>
</cp:coreProperties>
</file>